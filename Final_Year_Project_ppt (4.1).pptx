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7" r:id="rId8"/>
    <p:sldId id="278" r:id="rId9"/>
    <p:sldId id="279" r:id="rId10"/>
    <p:sldId id="280" r:id="rId11"/>
    <p:sldId id="268" r:id="rId12"/>
    <p:sldId id="276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nnera200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eerthanaraju573-droid" TargetMode="External"/><Relationship Id="rId4" Type="http://schemas.openxmlformats.org/officeDocument/2006/relationships/hyperlink" Target="https://github.com/dhanushdhanusam7-cod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Government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Kerala AI-Based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Farmer Query Support and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Advisory System 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ISE_33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/Ms./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Alamelu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Mangai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907621521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Number: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Name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: 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 smtClean="0"/>
                        <a:t>20221ISE0164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Kinnera</a:t>
                      </a:r>
                      <a:r>
                        <a:rPr lang="en-US" sz="1800" u="none" strike="noStrike" cap="none" dirty="0" smtClean="0"/>
                        <a:t> G P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20231ISE3002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Dhanush</a:t>
                      </a:r>
                      <a:r>
                        <a:rPr lang="en-US" sz="1800" u="none" strike="noStrike" cap="none" baseline="0" dirty="0" smtClean="0"/>
                        <a:t>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20221ISE0076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Keerthana</a:t>
                      </a:r>
                      <a:r>
                        <a:rPr lang="en-US" sz="1800" u="none" strike="noStrike" cap="none" baseline="0" dirty="0" smtClean="0"/>
                        <a:t> Raju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08449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CSE7302-Universty 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Alli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 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Ms.Suma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82171" y="1049694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Government Of Kerala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Farmers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face difficulties in identifying crop diseases accurately and at the right time.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Manual inspection is slow, requires expertise, and is not accessible in rural areas.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Automated disease detection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Real-time prediction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Easy-to-use system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Advisory support for treatment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4664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0831" y="1200487"/>
            <a:ext cx="10542556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develop an AI-based crop disease detection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classify leaf images using CNN and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ResNet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provide fertilizer and treatment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integrate a multilingual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chatbot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(English &amp; Malayalam)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build a user-friendly web application 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 Related work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42676"/>
            <a:ext cx="1057054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Traditional methods rely on manual inspection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Machine learning improved automation but needed feature extraction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Deep learning (CNN,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ResNet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provides high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lack: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Recommendation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Multilingual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Integrated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4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Statement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Technology Stack: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Frontend: HTML, CSS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Backend: Flask (Python)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Deep Learning: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TensorFlow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Keras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Models: MobileNetV2, ResNet50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Libraries: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PIL,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(Software Requirements)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4766" y="1144504"/>
            <a:ext cx="1055603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S: Windows 10/11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IDE: VS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Framework: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TensorFlow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Keras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Backend: Flask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Dataset: Leaf images (4 classes) </a:t>
            </a:r>
          </a:p>
        </p:txBody>
      </p:sp>
    </p:spTree>
    <p:extLst>
      <p:ext uri="{BB962C8B-B14F-4D97-AF65-F5344CB8AC3E}">
        <p14:creationId xmlns:p14="http://schemas.microsoft.com/office/powerpoint/2010/main" val="393289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Image upload system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Model selection (CNN /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ResNet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Disease prediction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Fertilizer recommendation </a:t>
            </a:r>
          </a:p>
          <a:p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Chatbot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(English &amp; Malayalam) </a:t>
            </a:r>
          </a:p>
          <a:p>
            <a:pPr marL="76200" indent="0">
              <a:buNone/>
            </a:pPr>
            <a:endParaRPr lang="en-US" dirty="0" smtClean="0"/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08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Innovation / Novel Contribution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09818"/>
            <a:ext cx="1066800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Dual model system (CNN +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ResNet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Real-time disease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Fertilizer recommendation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Multilingual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chatbot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</a:t>
            </a:r>
          </a:p>
        </p:txBody>
      </p:sp>
    </p:spTree>
    <p:extLst>
      <p:ext uri="{BB962C8B-B14F-4D97-AF65-F5344CB8AC3E}">
        <p14:creationId xmlns:p14="http://schemas.microsoft.com/office/powerpoint/2010/main" val="7316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 (resize, normalize, augment)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Transfer learning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Partial fine-tuning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Model training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Evaluation 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3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github.com/Kinnera2004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://github.com/dhanushdhanusam7-code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https://github.com/keerthanaraju573-droid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07327"/>
              </p:ext>
            </p:extLst>
          </p:nvPr>
        </p:nvGraphicFramePr>
        <p:xfrm>
          <a:off x="1042954" y="1175658"/>
          <a:ext cx="8128000" cy="4844007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8647681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3223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72376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76317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8777888"/>
                    </a:ext>
                  </a:extLst>
                </a:gridCol>
              </a:tblGrid>
              <a:tr h="546327">
                <a:tc>
                  <a:txBody>
                    <a:bodyPr/>
                    <a:lstStyle/>
                    <a:p>
                      <a:r>
                        <a:rPr lang="en-IN" b="1" dirty="0" smtClean="0"/>
                        <a:t>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Phase / Activities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Start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End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34326"/>
                  </a:ext>
                </a:extLst>
              </a:tr>
              <a:tr h="49495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Presentation</a:t>
                      </a:r>
                      <a:r>
                        <a:rPr lang="en-US" baseline="0" dirty="0" smtClean="0"/>
                        <a:t>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8871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Design, Architecture, Technology Stack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31-01-2026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06-02-2026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5225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Frontend &amp; Backend Development, AI &amp; NLP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28-02-2026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06-03-2026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69963"/>
                  </a:ext>
                </a:extLst>
              </a:tr>
              <a:tr h="110637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System Testing, Multilingual Support, Performance Enhancement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03-04-2026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09-04-2026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89522"/>
                  </a:ext>
                </a:extLst>
              </a:tr>
              <a:tr h="698765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Final Deployment, Documentation, Submission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26-04-2026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49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79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[1]. </a:t>
            </a:r>
            <a:r>
              <a:rPr lang="en-US" dirty="0"/>
              <a:t>Food and Agriculture Organization (FAO), </a:t>
            </a:r>
            <a:r>
              <a:rPr lang="en-US" i="1" dirty="0"/>
              <a:t>Digital Agriculture and AI for Sustainable Food Systems</a:t>
            </a:r>
            <a:r>
              <a:rPr lang="en-US" dirty="0"/>
              <a:t>, FAO Publications, Rome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[2]. Ministry </a:t>
            </a:r>
            <a:r>
              <a:rPr lang="en-US" dirty="0"/>
              <a:t>of Agriculture &amp; Farmers Welfare, Government of India, </a:t>
            </a:r>
            <a:r>
              <a:rPr lang="en-US" i="1" dirty="0"/>
              <a:t>Agricultural Extension Services and Digital Initiatives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[3]. </a:t>
            </a:r>
            <a:r>
              <a:rPr lang="en-US" dirty="0"/>
              <a:t>Government of Kerala, </a:t>
            </a:r>
            <a:r>
              <a:rPr lang="en-US" i="1" dirty="0"/>
              <a:t>Krishi </a:t>
            </a:r>
            <a:r>
              <a:rPr lang="en-US" i="1" dirty="0" err="1"/>
              <a:t>Bhavan</a:t>
            </a:r>
            <a:r>
              <a:rPr lang="en-US" i="1" dirty="0"/>
              <a:t> Digital Services and Farmer Support Systems</a:t>
            </a:r>
            <a:r>
              <a:rPr lang="en-US" dirty="0"/>
              <a:t>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521</Words>
  <Application>Microsoft Office PowerPoint</Application>
  <PresentationFormat>Widescreen</PresentationFormat>
  <Paragraphs>146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Cambria</vt:lpstr>
      <vt:lpstr>Verdana</vt:lpstr>
      <vt:lpstr>Wingdings</vt:lpstr>
      <vt:lpstr>Bioinformatics</vt:lpstr>
      <vt:lpstr>Government of Kerala AI-Based Farmer Query Support and Advisory System Software</vt:lpstr>
      <vt:lpstr>Problem Statement Number: </vt:lpstr>
      <vt:lpstr>Content</vt:lpstr>
      <vt:lpstr>Objectives</vt:lpstr>
      <vt:lpstr> Background and Related work  </vt:lpstr>
      <vt:lpstr>Analysis of Problem Statement</vt:lpstr>
      <vt:lpstr>Analysis (Software Requirements)</vt:lpstr>
      <vt:lpstr>Proposed System</vt:lpstr>
      <vt:lpstr>Innovation / Novel Contribution</vt:lpstr>
      <vt:lpstr>Methodology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56</cp:revision>
  <dcterms:modified xsi:type="dcterms:W3CDTF">2026-04-24T15:25:46Z</dcterms:modified>
</cp:coreProperties>
</file>